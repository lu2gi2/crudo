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Truck Fleet Capacity Management</a:t>
            </a:r>
          </a:p>
          <a:p>
            <a:pPr>
              <a:defRPr sz="2200">
                <a:solidFill>
                  <a:srgbClr val="C2D7E5"/>
                </a:solidFill>
              </a:defRPr>
            </a:pPr>
            <a:r>
              <a:t>Board briefing • Mangalore Refinery and Petrochemicals Limited • Synthetic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166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D369"/>
                </a:solidFill>
              </a:defRPr>
            </a:pPr>
            <a:r>
              <a:t>SYNTHETIC DATA / DEMO ASSUMPTIONS — NOT AN OPERATIONAL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synthetic_demo_assumptions  •  Human review required: true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53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Synthetic planning case: balance daily dispatch demand against loading capacity.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Illustrative baseline: 42 trucks available, 34 average daily requirement, 8 trucks idle on average.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Recommended decision: pilot demand-based dispatch scheduling before changing fleet contracts.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synthetic_demo_assumptions  •  Human review required: true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53F"/>
                </a:solidFill>
              </a:defRPr>
            </a:pPr>
            <a:r>
              <a:t>Illustrative Fleet Findings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11201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Available trucks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Capacity exceeds illustrative demand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Synthetic assumptions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Average daily 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Demand varies by dispatch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Synthetic 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Average idle capacity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8 trucks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Opportunity for scheduling improvement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Synthetic assumptions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synthetic_demo_assumptions  •  Human review required: true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53F"/>
                </a:solidFill>
              </a:defRPr>
            </a:pPr>
            <a:r>
              <a:t>Planning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“Fleet sizing should be reviewed against demand variability, loading slots, turnaround time, and safety constraints.”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Source: Synthetic logistics planning note, 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synthetic_logistics_note_section_2  •  Human review required: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53F"/>
                </a:solidFill>
              </a:defRPr>
            </a:pPr>
            <a:r>
              <a:t>Recommended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Introduce a daily dispatch forecast and slot-based truck appointment schedule.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Track utilization, queue time, turnaround time, and late dispatches for four weeks.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Review contracted capacity only after the pilot produces measured utilization data.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No autonomous operational or safety decision is made by this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synthetic_demo_assumptions  •  Human review required: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53F"/>
                </a:solidFill>
              </a:defRPr>
            </a:pPr>
            <a:r>
              <a:t>Agent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Crudo agent: task orchestration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Local presentation compiler: structured plan → editable PPTX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Evidence model: source IDs attached to claims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Verification: slide readability, citations, and review notice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demo_workflow  •  Human review required: 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53F"/>
                </a:solidFill>
              </a:defRPr>
            </a:pPr>
            <a:r>
              <a:t>Sovereignty and Review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Data in this deck is synthetic and non-confidential.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Artifact generation is local through python-pptx.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Remote Luna is a development-only model endpoint and is not used as proof of sovereignty.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Human review is required before any operational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demo_security_notice  •  Human review required: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