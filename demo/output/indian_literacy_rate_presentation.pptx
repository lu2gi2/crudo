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India's Literacy Journey</a:t>
            </a:r>
          </a:p>
          <a:p>
            <a:pPr>
              <a:defRPr sz="2200">
                <a:solidFill>
                  <a:srgbClr val="C2D7E5"/>
                </a:solidFill>
              </a:defRPr>
            </a:pPr>
            <a:r>
              <a:t>Progress, disparities and priorities | Evidence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166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D369"/>
                </a:solidFill>
              </a:defRPr>
            </a:pPr>
            <a:r>
              <a:t>SYNTHETIC DATA / DEMO ASSUMPTIONS — NOT AN OPERATIONAL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2011  •  Human review required: true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The headline: strong progress, unfinished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India's literacy rate rose from 64.84% in 2001 to 74.04% in Census 2011.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The 2011 gender gap was 16.68 percentage points: male 82.14% versus female 65.46%.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The rural–urban gap was 15.20 points: rural 68.91% versus urban 84.11%.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The next challenge is not only access to school, but foundational learning and equitable attainment.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The latest all-India population-census benchmark remains 2011; newer survey estimates should not be mixed without noting methodology.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2001, Census of India 2011, NSO Education in India 2017-18  •  Human review required: 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A decade of national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1201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Census year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Male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Female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Gender gap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2001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64.84%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75.26%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53.67%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21.59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74.04%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82.14%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65.46%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16.68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+9.20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+6.88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+11.79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−4.91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2001, Census of India 2011  •  Human review required: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Place matters: rural and urban literacy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1201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Residence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Male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Female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Gender gap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Rural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68.91%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78.57%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58.75%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19.82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84.11%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89.67%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79.92%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9.75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Urban advantage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+15.20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+11.10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+21.17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−10.07 pp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2011  •  Human review required: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State variation is wide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46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State / UT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Literacy rate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10253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Kerala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93.91%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Highest among states in 2011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Mizoram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91.33%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High-performing northeastern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Goa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88.70%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Above national average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74.04%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National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Bihar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61.80%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13D"/>
                          </a:solidFill>
                        </a:rPr>
                        <a:t>Lowest among states in 2011</a:t>
                      </a:r>
                    </a:p>
                  </a:txBody>
                  <a:tcPr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2011, Primary Census Abstract  •  Human review required: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What the evidence points toward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Target girls and women in rural and underserved communities with flexible, locally delivered literacy programmes.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Pair enrolment and attendance measures with foundational reading and numeracy assessments.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Use state-level diagnostics rather than a single national average to allocate resources.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Track outcomes by gender, residence, age, disability and socioeconomic status.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Refresh the baseline with the newest official release before making current-year claims; this deck uses the comparable 2011 census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2011, National Education Policy 2020, NSO Education in India 2017-18  •  Human review required: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53F"/>
                </a:solidFill>
              </a:defRPr>
            </a:pPr>
            <a:r>
              <a:t>How to read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“A person aged seven years and above who can both read and write with understanding in any language is treated as literate.”</a:t>
            </a:r>
          </a:p>
          <a:p>
            <a:pPr>
              <a:buChar char="•"/>
              <a:spcAft>
                <a:spcPts val="1400"/>
              </a:spcAft>
              <a:defRPr sz="2000">
                <a:solidFill>
                  <a:srgbClr val="26313D"/>
                </a:solidFill>
              </a:defRPr>
            </a:pPr>
            <a:r>
              <a:t>Source: Census of India 2011: Census Handbook / Primary Census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92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5"/>
                </a:solidFill>
              </a:defRPr>
            </a:pPr>
            <a:r>
              <a:t>Sources: Census of India 2011  •  Human review required: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